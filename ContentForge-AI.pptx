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Instrument Sans Semi Bold"/>
      <p:regular r:id="rId12"/>
    </p:embeddedFont>
    <p:embeddedFont>
      <p:font typeface="Instrument Sans Semi Bold"/>
      <p:regular r:id="rId13"/>
    </p:embeddedFont>
    <p:embeddedFont>
      <p:font typeface="Instrument Sans Semi Bold"/>
      <p:regular r:id="rId14"/>
    </p:embeddedFont>
    <p:embeddedFont>
      <p:font typeface="Instrument Sans Semi Bold"/>
      <p:regular r:id="rId15"/>
    </p:embeddedFont>
    <p:embeddedFont>
      <p:font typeface="Instrument Sans Medium"/>
      <p:regular r:id="rId16"/>
    </p:embeddedFont>
    <p:embeddedFont>
      <p:font typeface="Instrument Sans Medium"/>
      <p:regular r:id="rId17"/>
    </p:embeddedFont>
    <p:embeddedFont>
      <p:font typeface="Instrument Sans Medium"/>
      <p:regular r:id="rId18"/>
    </p:embeddedFont>
    <p:embeddedFont>
      <p:font typeface="Instrument Sans Medium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3257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ContentForge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681520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Intelligent Content Creation with Consistent Brand Voice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793790" y="593455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Idea to Impact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655260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CODE KALESH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hfCCODE KA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7170658"/>
            <a:ext cx="1858804" cy="426244"/>
          </a:xfrm>
          <a:prstGeom prst="roundRect">
            <a:avLst>
              <a:gd name="adj" fmla="val 38315"/>
            </a:avLst>
          </a:prstGeom>
          <a:solidFill>
            <a:srgbClr val="CEE6FD"/>
          </a:solidFill>
          <a:ln/>
        </p:spPr>
      </p:sp>
      <p:sp>
        <p:nvSpPr>
          <p:cNvPr id="8" name="Text 5"/>
          <p:cNvSpPr/>
          <p:nvPr/>
        </p:nvSpPr>
        <p:spPr>
          <a:xfrm>
            <a:off x="929878" y="7238643"/>
            <a:ext cx="158662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KANHAIYA GUPTA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765941" y="7170658"/>
            <a:ext cx="1475661" cy="426244"/>
          </a:xfrm>
          <a:prstGeom prst="roundRect">
            <a:avLst>
              <a:gd name="adj" fmla="val 38315"/>
            </a:avLst>
          </a:prstGeom>
          <a:solidFill>
            <a:srgbClr val="CEE6FD"/>
          </a:solidFill>
          <a:ln/>
        </p:spPr>
      </p:sp>
      <p:sp>
        <p:nvSpPr>
          <p:cNvPr id="10" name="Text 7"/>
          <p:cNvSpPr/>
          <p:nvPr/>
        </p:nvSpPr>
        <p:spPr>
          <a:xfrm>
            <a:off x="2902029" y="7238643"/>
            <a:ext cx="120348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ESHA VALUNJ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54949" y="7170658"/>
            <a:ext cx="1781294" cy="426244"/>
          </a:xfrm>
          <a:prstGeom prst="roundRect">
            <a:avLst>
              <a:gd name="adj" fmla="val 38315"/>
            </a:avLst>
          </a:prstGeom>
          <a:solidFill>
            <a:srgbClr val="CEE6FD"/>
          </a:solidFill>
          <a:ln/>
        </p:spPr>
      </p:sp>
      <p:sp>
        <p:nvSpPr>
          <p:cNvPr id="12" name="Text 9"/>
          <p:cNvSpPr/>
          <p:nvPr/>
        </p:nvSpPr>
        <p:spPr>
          <a:xfrm>
            <a:off x="4491038" y="7238643"/>
            <a:ext cx="150911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KAUSTUBH BANE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49591" y="7170658"/>
            <a:ext cx="1525191" cy="426244"/>
          </a:xfrm>
          <a:prstGeom prst="roundRect">
            <a:avLst>
              <a:gd name="adj" fmla="val 38315"/>
            </a:avLst>
          </a:prstGeom>
          <a:solidFill>
            <a:srgbClr val="CEE6FD"/>
          </a:solidFill>
          <a:ln/>
        </p:spPr>
      </p:sp>
      <p:sp>
        <p:nvSpPr>
          <p:cNvPr id="14" name="Text 11"/>
          <p:cNvSpPr/>
          <p:nvPr/>
        </p:nvSpPr>
        <p:spPr>
          <a:xfrm>
            <a:off x="6385679" y="7238643"/>
            <a:ext cx="125301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JAYNI PAREKH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126337"/>
            <a:ext cx="2076450" cy="441484"/>
          </a:xfrm>
          <a:prstGeom prst="roundRect">
            <a:avLst>
              <a:gd name="adj" fmla="val 36993"/>
            </a:avLst>
          </a:prstGeom>
          <a:noFill/>
          <a:ln w="7620">
            <a:solidFill>
              <a:srgbClr val="84C1F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498" y="2256353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9675" y="2201942"/>
            <a:ext cx="151685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658547"/>
            <a:ext cx="624018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Content Creation Crisis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3707487"/>
            <a:ext cx="4196358" cy="2395657"/>
          </a:xfrm>
          <a:prstGeom prst="roundRect">
            <a:avLst>
              <a:gd name="adj" fmla="val 8521"/>
            </a:avLst>
          </a:prstGeom>
          <a:solidFill>
            <a:srgbClr val="CEE6FD"/>
          </a:solidFill>
          <a:ln/>
        </p:spPr>
      </p:sp>
      <p:sp>
        <p:nvSpPr>
          <p:cNvPr id="7" name="Text 4"/>
          <p:cNvSpPr/>
          <p:nvPr/>
        </p:nvSpPr>
        <p:spPr>
          <a:xfrm>
            <a:off x="1020604" y="39343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Voice Inconsistency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604" y="4424720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Different writers create different tones, diluting brand personality with no way to measure alignment.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707487"/>
            <a:ext cx="4196358" cy="2395657"/>
          </a:xfrm>
          <a:prstGeom prst="roundRect">
            <a:avLst>
              <a:gd name="adj" fmla="val 8521"/>
            </a:avLst>
          </a:prstGeom>
          <a:solidFill>
            <a:srgbClr val="CEE6FD"/>
          </a:solidFill>
          <a:ln/>
        </p:spPr>
      </p:sp>
      <p:sp>
        <p:nvSpPr>
          <p:cNvPr id="10" name="Text 7"/>
          <p:cNvSpPr/>
          <p:nvPr/>
        </p:nvSpPr>
        <p:spPr>
          <a:xfrm>
            <a:off x="5443776" y="39343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Time Bottleneck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43776" y="4424720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6-8 hours per content piece. Creators spend 70% of their time editing, making authentic scaling impossible.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9640133" y="3707487"/>
            <a:ext cx="4196358" cy="2395657"/>
          </a:xfrm>
          <a:prstGeom prst="roundRect">
            <a:avLst>
              <a:gd name="adj" fmla="val 8521"/>
            </a:avLst>
          </a:prstGeom>
          <a:solidFill>
            <a:srgbClr val="CEE6FD"/>
          </a:solidFill>
          <a:ln/>
        </p:spPr>
      </p:sp>
      <p:sp>
        <p:nvSpPr>
          <p:cNvPr id="13" name="Text 10"/>
          <p:cNvSpPr/>
          <p:nvPr/>
        </p:nvSpPr>
        <p:spPr>
          <a:xfrm>
            <a:off x="9866948" y="39343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Authenticity Loss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866948" y="4424720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Generic AI feels fake. Personal brands get diluted when outsourcing, leading to creator burnout.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8914"/>
            <a:ext cx="64743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Market Opportunity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87855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$11.8B</a:t>
            </a:r>
            <a:endParaRPr lang="en-US" sz="8900" dirty="0"/>
          </a:p>
        </p:txBody>
      </p:sp>
      <p:sp>
        <p:nvSpPr>
          <p:cNvPr id="4" name="Text 2"/>
          <p:cNvSpPr/>
          <p:nvPr/>
        </p:nvSpPr>
        <p:spPr>
          <a:xfrm>
            <a:off x="793790" y="364569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Market Size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4111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Growing at 20% YoY in creator economy and 35% YoY in AI marketing adoption.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14254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50M+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1455420" y="6174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Global Creators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6664762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Creator economy participants worldwide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235893" y="514254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500M+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5897523" y="6174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Small Businesses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235893" y="666476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Requiring consistent content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77995" y="5142548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50K+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339626" y="6174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Enterprises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77995" y="6664762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Needing brand consistency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614493"/>
            <a:ext cx="1865828" cy="426244"/>
          </a:xfrm>
          <a:prstGeom prst="roundRect">
            <a:avLst>
              <a:gd name="adj" fmla="val 38315"/>
            </a:avLst>
          </a:prstGeom>
          <a:solidFill>
            <a:srgbClr val="CEE6FD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78" y="2736890"/>
            <a:ext cx="181451" cy="181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02055" y="2682478"/>
            <a:ext cx="132147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93790" y="31314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How ContentForge AI Works</a:t>
            </a:r>
            <a:endParaRPr lang="en-US" sz="4450" dirty="0"/>
          </a:p>
        </p:txBody>
      </p:sp>
      <p:sp>
        <p:nvSpPr>
          <p:cNvPr id="7" name="Text 3"/>
          <p:cNvSpPr/>
          <p:nvPr/>
        </p:nvSpPr>
        <p:spPr>
          <a:xfrm>
            <a:off x="793790" y="4889182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Four core capabilities that transform content creation from hours to seconds whilst maintaining authentic brand voice.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96246"/>
            <a:ext cx="59119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Four Core Capabilities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58653"/>
            <a:ext cx="2411968" cy="2411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2541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Learn Your Voice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74452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Paste 1-3 articles and AI extracts your brand fingerprint in 2-3 seconds. Get a measurable voice profile instantly.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558653"/>
            <a:ext cx="2411968" cy="2411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2541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Score Any Content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744528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Submit new content and receive a 0-100 alignment score in 1-2 seconds. See strengths and deviations clearly.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558653"/>
            <a:ext cx="2411968" cy="24119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254109"/>
            <a:ext cx="29402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Auto-Correct to Voice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74452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Fix off-brand content automatically. AI rewrites whilst preserving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2026-02-22T00:01:24Z</dcterms:created>
  <dcterms:modified xsi:type="dcterms:W3CDTF">2026-02-22T00:01:24Z</dcterms:modified>
</cp:coreProperties>
</file>